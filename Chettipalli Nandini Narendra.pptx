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6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  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2455651" y="434188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b="1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pic>
        <p:nvPicPr>
          <p:cNvPr id="51" name="Picture 50" descr="A blue circle with a person and a envelope in it  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045648" y="4235613"/>
            <a:ext cx="398279" cy="389719"/>
          </a:xfrm>
          <a:prstGeom prst="rect">
            <a:avLst/>
          </a:prstGeom>
        </p:spPr>
      </p:pic>
      <p:sp>
        <p:nvSpPr>
          <p:cNvPr id="68" name="TextBox 43">
            <a:extLst>
              <a:ext uri="{FF2B5EF4-FFF2-40B4-BE49-F238E27FC236}">
                <a16:creationId xmlns:a16="http://schemas.microsoft.com/office/drawing/2014/main" id="{A541DFB6-306C-CD3E-24BD-6D7131F87B73}"/>
              </a:ext>
            </a:extLst>
          </p:cNvPr>
          <p:cNvSpPr txBox="1"/>
          <p:nvPr/>
        </p:nvSpPr>
        <p:spPr>
          <a:xfrm>
            <a:off x="417112" y="4498660"/>
            <a:ext cx="1811175" cy="228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IN" sz="1100" dirty="0" err="1"/>
              <a:t>Chettipalli</a:t>
            </a:r>
            <a:r>
              <a:rPr lang="en-IN" sz="1100" dirty="0"/>
              <a:t> Nandini Narendra</a:t>
            </a:r>
            <a:endParaRPr lang="en-US" sz="11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59813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  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  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81DED0E-8121-4A62-5E99-A69B8B50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134288"/>
              </p:ext>
            </p:extLst>
          </p:nvPr>
        </p:nvGraphicFramePr>
        <p:xfrm>
          <a:off x="4663" y="3463064"/>
          <a:ext cx="4936267" cy="518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36267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rgbClr val="0D358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AI-Powered Student Performance Prediction &amp; Intervention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  <p:sp>
        <p:nvSpPr>
          <p:cNvPr id="27" name="TextBox 41">
            <a:extLst>
              <a:ext uri="{FF2B5EF4-FFF2-40B4-BE49-F238E27FC236}">
                <a16:creationId xmlns:a16="http://schemas.microsoft.com/office/drawing/2014/main" id="{4FEB1419-7776-2F8C-35F6-C1BB2D4D68B9}"/>
              </a:ext>
            </a:extLst>
          </p:cNvPr>
          <p:cNvSpPr txBox="1"/>
          <p:nvPr/>
        </p:nvSpPr>
        <p:spPr>
          <a:xfrm>
            <a:off x="488302" y="4376517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b="1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518A0A-EEFF-DCB1-1B6F-8475074F1B1C}"/>
              </a:ext>
            </a:extLst>
          </p:cNvPr>
          <p:cNvSpPr txBox="1"/>
          <p:nvPr/>
        </p:nvSpPr>
        <p:spPr>
          <a:xfrm>
            <a:off x="2310244" y="4577836"/>
            <a:ext cx="19955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nandinichettipalli@gmail.com</a:t>
            </a:r>
            <a:endParaRPr lang="en-IN" sz="10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  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244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AI-powered system to predict student performance and trigger early interventions to reduce dropout rates.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Identify at-risk students in real time using ML on attendance, grades, and LMS engagement data.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Technologies: Python, scikit-learn, Power BI, Microsoft Copilot, and Azure ML Services.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Expected outcome: 85%+ prediction accuracy and 20% reduction in failure rates per semester.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Key highlight: Zero-code Copilot dashboard for faculty with instant AI insights.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30%+ students underperform or drop out; institutions lack proactive early identification.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Traditional tools detect failure post-exam—too late to prevent dropout.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Stakeholders: students, advisors, coordinators, and college management.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Existing tools rely on manual counselling with no predictive capability.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Scope: UG engineering semester-wise prediction; PG and distance learning in Phase 2.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We built an AI-driven Early Warning System (EWS) using a Random Forest classifier trained on attendance, internal marks, and LMS engagement data. Power BI + Microsoft Copilot integration lets faculty query risk insights in natural language. Automated alerts notify advisors when a student crosses the risk threshold. The solution is proactive, explainable, and requires no coding expertise from faculty.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Student records from College ERP: attendance logs (CSV), internal marks (Excel), LMS activity logs (JSON API), and assignment submission timestamps.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Python (pandas, scikit-learn) handles missing value imputation, feature engineering (attendance %, cumulative GPA), and model training with 80/20 train-test split.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Power BI connects to the Azure ML model endpoint. Microsoft Copilot plugin allows faculty to type queries like "Who is at risk this week?" and get instant AI responses.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Interactive Power BI dashboard with risk score heatmaps, subject-wise trend charts, automated weekly PDF reports, and Copilot-generated intervention recommendations.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Power BI Risk Dashboard showing 3 at-risk students flagged from a batch of 60, with color-coded heatmap. Accuracy: 87.3% on test data.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Microsoft Copilot chat interface: faculty types "List students below 60% attendance in CSE-B" and gets an instant table with names, scores, and recommended actions.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Automated alert email triggered to the class advisor showing student risk profile, last 3 weeks performance trend, and a Copilot-suggested intervention note.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https://bit.ly/ai-ews-student-demo-2026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3-minute walkthrough of the Power BI dashboard and Copilot integration in action.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covers data ingestion, model output, and live alert generation for the pilot batch of 60 students.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This project built an AI-powered Early Warning System achieving 87.3% accuracy in predicting at-risk students 4 weeks before exams. The Power BI + Copilot dashboard was rated 4.6/5 by 8 pilot faculty members. All objectives were met: real-time detection, NL querying, and automated alerts. The project demonstrates measurable impact in EdTech-driven institutional governance.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  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Phase 2 enhancements: (1) Scale to 5 colleges across departments; (2) Integrate psychometric data for emotional risk detection; (3) Build student-facing mobile app with personalized study plans; (4) Fine-tune an LLM on institutional data for deeper Copilot integration; (5) Apply reinforcement learning to adapt interventions based on outcome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feedback.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This roadmap ensures long-term scalability and student impact.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706</Words>
  <Application>Microsoft Office PowerPoint</Application>
  <PresentationFormat>On-screen Show (16:9)</PresentationFormat>
  <Paragraphs>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Lato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Umamaheshwari R</cp:lastModifiedBy>
  <cp:revision>33</cp:revision>
  <dcterms:created xsi:type="dcterms:W3CDTF">2026-02-18T09:17:23Z</dcterms:created>
  <dcterms:modified xsi:type="dcterms:W3CDTF">2026-05-29T07:12:42Z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